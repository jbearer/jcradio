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9c3af094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9c3af094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c3af09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c3af0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9c3af094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89c3af09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9c3af094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9c3af094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9c3af094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9c3af094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9c3af09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9c3af09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c3af094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c3af094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9c3af094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9c3af094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linux-projects.org/uv4l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um.com/@jeanpaulsio/an-intro-to-webrtc-for-rails-developers-453c79a0d6a1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JCRadio - Audio Streaming Status 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Austin Chun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tl;dr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Audio capture on RPi works with UV4L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WebRTC seems like a good option for establishing audio 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toy-app works, but seems to not directly play well with Ruby on Rails project setup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have no idea how to Ruby on Rails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Would </a:t>
            </a:r>
            <a:r>
              <a:rPr i="1" lang="en"/>
              <a:t>really</a:t>
            </a:r>
            <a:r>
              <a:rPr lang="en"/>
              <a:t> like WebSocket functionality w/ current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UV4L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UV4L (</a:t>
            </a:r>
            <a:r>
              <a:rPr lang="en" u="sng"/>
              <a:t>U</a:t>
            </a:r>
            <a:r>
              <a:rPr lang="en"/>
              <a:t>ser space </a:t>
            </a:r>
            <a:r>
              <a:rPr lang="en" u="sng"/>
              <a:t>V</a:t>
            </a:r>
            <a:r>
              <a:rPr lang="en"/>
              <a:t>ideo </a:t>
            </a:r>
            <a:r>
              <a:rPr lang="en" u="sng"/>
              <a:t>4</a:t>
            </a:r>
            <a:r>
              <a:rPr lang="en"/>
              <a:t> </a:t>
            </a:r>
            <a:r>
              <a:rPr lang="en" u="sng"/>
              <a:t>L</a:t>
            </a:r>
            <a:r>
              <a:rPr lang="en"/>
              <a:t>inux)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Kernel level driver for capturing real-time audio (and video) from Linux devices (RPi)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Closed source :/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Documentation: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I’m using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Easy-ish to install/setup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config to access audio from RPi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config to send audio stream via WebRTC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Once installed and setup, UV4L can spin up a server accepting WebRTC connections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WebRTC (Real-Time Communication)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Source Google framework for Real-Time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Commonly used for video-chat web 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Plug-and-play with most modern browsers (Chrome, FireFox)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JavaScript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I’m using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API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Seems popular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 peer-to-peer connections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025" y="2786675"/>
            <a:ext cx="3779976" cy="23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Setup UV4L server, with WebRTC, talking to a simple front-end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Music playing locally on RPi in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App establishes connection with UV4L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Signalling handshake over WebSocket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Peer-to-peer connection established</a:t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311700" y="3933350"/>
            <a:ext cx="1670100" cy="1105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(UV4L server)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7162200" y="3933350"/>
            <a:ext cx="1670100" cy="11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(Chrome)</a:t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1989800" y="4113500"/>
            <a:ext cx="5146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7"/>
          <p:cNvSpPr txBox="1"/>
          <p:nvPr/>
        </p:nvSpPr>
        <p:spPr>
          <a:xfrm>
            <a:off x="2486500" y="376577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Serves HTML/JavaScript (port 443) with ddns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5" name="Google Shape;85;p17"/>
          <p:cNvCxnSpPr/>
          <p:nvPr/>
        </p:nvCxnSpPr>
        <p:spPr>
          <a:xfrm rot="10800000">
            <a:off x="1980025" y="4442900"/>
            <a:ext cx="5161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" name="Google Shape;86;p17"/>
          <p:cNvSpPr txBox="1"/>
          <p:nvPr/>
        </p:nvSpPr>
        <p:spPr>
          <a:xfrm>
            <a:off x="2512400" y="409307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WebRTC Signalling (WebSocket)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7" name="Google Shape;87;p17"/>
          <p:cNvCxnSpPr/>
          <p:nvPr/>
        </p:nvCxnSpPr>
        <p:spPr>
          <a:xfrm rot="10800000">
            <a:off x="1982450" y="4896950"/>
            <a:ext cx="5161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" name="Google Shape;88;p17"/>
          <p:cNvSpPr txBox="1"/>
          <p:nvPr/>
        </p:nvSpPr>
        <p:spPr>
          <a:xfrm>
            <a:off x="2514825" y="454712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WebRTC Connection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625" y="2249384"/>
            <a:ext cx="2712125" cy="14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 - Limitations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supports 1 peer-to-peer 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Jitsi / Janus Gateway : Off-the-shelf conferencing solutions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Seems like the standard path w/ UV4L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I couldn’t get it to 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Have our App have 1 in port, and fan-out to multiple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UV4L is closed source, so difficult to modify</a:t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311700" y="3933350"/>
            <a:ext cx="1670100" cy="1105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(UV4L server)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162200" y="3933350"/>
            <a:ext cx="1670100" cy="11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(Chrome)</a:t>
            </a:r>
            <a:endParaRPr/>
          </a:p>
        </p:txBody>
      </p:sp>
      <p:cxnSp>
        <p:nvCxnSpPr>
          <p:cNvPr id="98" name="Google Shape;98;p18"/>
          <p:cNvCxnSpPr/>
          <p:nvPr/>
        </p:nvCxnSpPr>
        <p:spPr>
          <a:xfrm>
            <a:off x="1989800" y="4113500"/>
            <a:ext cx="5146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8"/>
          <p:cNvSpPr txBox="1"/>
          <p:nvPr/>
        </p:nvSpPr>
        <p:spPr>
          <a:xfrm>
            <a:off x="2486500" y="376577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Serves HTML/JavaScript (port 443) with ddns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0" name="Google Shape;100;p18"/>
          <p:cNvCxnSpPr/>
          <p:nvPr/>
        </p:nvCxnSpPr>
        <p:spPr>
          <a:xfrm rot="10800000">
            <a:off x="1980025" y="4442900"/>
            <a:ext cx="5161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" name="Google Shape;101;p18"/>
          <p:cNvSpPr txBox="1"/>
          <p:nvPr/>
        </p:nvSpPr>
        <p:spPr>
          <a:xfrm>
            <a:off x="2512400" y="409307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WebRTC Signalling (WebSocket)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2" name="Google Shape;102;p18"/>
          <p:cNvCxnSpPr/>
          <p:nvPr/>
        </p:nvCxnSpPr>
        <p:spPr>
          <a:xfrm rot="10800000">
            <a:off x="1982450" y="4896950"/>
            <a:ext cx="5161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" name="Google Shape;103;p18"/>
          <p:cNvSpPr txBox="1"/>
          <p:nvPr/>
        </p:nvSpPr>
        <p:spPr>
          <a:xfrm>
            <a:off x="2514825" y="4547125"/>
            <a:ext cx="3866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WebRTC Connection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625" y="2249384"/>
            <a:ext cx="2712125" cy="14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Fanout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JCR Server connects to UV4L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WebRTC 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UV4L pipes data to port 443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JCR Server copies Audio Stream to N user front ends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750" y="2609963"/>
            <a:ext cx="57912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Fanout - Setbacks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project is RESTful, no real-time back-and-forth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WebSocket support is challenging (for 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Apparently, UV4L ⇔ JCR won’t be the same as my toy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b/c this needs to be server-server, rather than the server-client JavaScript that I made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750" y="2609963"/>
            <a:ext cx="57912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Fanout - Next Steps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WebSocket functionality to Ruby on Rails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Faye (Rails &lt;5), or </a:t>
            </a:r>
            <a:r>
              <a:rPr lang="en" u="sng">
                <a:solidFill>
                  <a:schemeClr val="hlink"/>
                </a:solidFill>
                <a:hlinkClick r:id="rId3"/>
              </a:rPr>
              <a:t>ActionCable</a:t>
            </a:r>
            <a:r>
              <a:rPr lang="en"/>
              <a:t> (Rails 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UV4L ⇔ JCR Connection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WebRTC Signalling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WebRTC 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JCR Fanout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Copy one data stream to many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JCR ⇔ Client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think this is what my</a:t>
            </a:r>
            <a:br>
              <a:rPr lang="en"/>
            </a:br>
            <a:r>
              <a:rPr lang="en"/>
              <a:t>toy-example does</a:t>
            </a:r>
            <a:br>
              <a:rPr lang="en"/>
            </a:br>
            <a:r>
              <a:rPr lang="en"/>
              <a:t>already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750" y="2609963"/>
            <a:ext cx="57912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